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-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0C8C1B-DAD0-5655-8C1C-5597214D8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486B1F-24B0-1E69-D351-50C51E8D4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37756D-984D-89ED-7DA4-BA5CDE964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1DCCBF-0451-7C15-B504-F2C77856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AE457-1765-50A7-56EF-16C360B6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109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3290-3D33-29C1-4BC0-F35DE698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A84468-DDA6-D8ED-6DED-E57D2D1A1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963D5E-91DD-EFE4-084B-9BD8DC7CD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943999-7E54-FA81-3CB4-64F51A62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881264-6D12-7D24-D0C4-00A76F4E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510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A76DD-1E68-DFA0-542E-3CE43DFB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2A08F8-5CDC-F854-AA59-A395053B8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A628D5-3900-8D40-4AF6-46E52541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29D8DA-319F-C14B-E1FC-EA16CF9F9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AA9E88-CD6E-7D66-C336-73621CC7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188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9B89D-490E-303E-5B33-E6BE1124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1FF5E-4213-86B6-90B7-F46EC31F6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DC21CC-D248-E1B9-E0BC-0A26FAF9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4CE5B3-C7DB-AA9F-35AD-3D1EB7E2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27A196-0D05-98F2-F773-AB630E17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384F0D-6E74-9204-3FC6-8A8C6E0E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224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2B3A6-23E5-E9B8-9109-AE7E64B2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B3562E-40E8-76ED-7CF4-46914AC77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1602B4-62A6-B57A-1153-440D6F8B6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DD7034-0C2C-EE39-5FA1-963E34804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E287CD-5725-FC45-EF70-A30F10372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C6CD673-76B0-2BE8-424A-01BF87969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DF9895-0BB3-B7A0-E0B0-43F73027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80BDF0-BA81-8449-C777-49BF1BF0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1600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0C4EA-5CAF-645F-6EEC-B9D6EA614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00C005-2D55-8543-5C0C-0C179E6B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E99A3D-A6B2-89BC-E043-63CC59526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E23CB2-F1F0-9370-140F-CC67142B1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0263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C76641-39AF-AF77-8131-AB78BACD0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0DB2AC-6E3C-DD24-F3AC-518D814F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B1F3CF-8C17-6013-ADFB-681ADD85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720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29A50-90CA-73BA-AD5E-CE7E0A01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91C775-D1D5-4B0A-111F-37A6D9C9A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579D6B-5CBA-D06C-3AB6-5CE3B49D5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FFDEEB-49D8-6493-9997-22862CAD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2435DE-1A5E-4F74-889F-FA15D4FE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927CF4-B23F-A554-3A03-FE77AB6B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7088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35D86-27C6-AEDE-5EAC-82D156A1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A40F98-E14A-DA82-9957-196D6E681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3CF4CC-C564-E2F6-6ADB-968BF511E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D06347-3F51-AAB7-0EA3-CD765E2E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6F3B45-EB29-1E3E-90E8-449DBD49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AD7EBC-C28D-DAF6-788D-5814276A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575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17B4E-1AF4-D97A-96F8-62B8B78F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DA05CE-1280-1B63-6505-F0B77DADC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CD1F2B-4E11-75E1-E1D6-09CA0C4B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04653E-F0A2-EF14-E78C-DFC6E5E67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EEA31F-DCCB-7A8B-F1F2-5A01D394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490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300DA9-7E7F-AB7E-C50B-964CD6471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8FEB87-EBAC-5B46-F29F-615B96A4B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E5342-8F4F-A453-FB6A-1A706641B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51E4E6-F951-D1B2-C781-2E282510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E3AABE-95C3-9634-0340-8544D50C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693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518615-EB8D-AF2F-C8E0-6DB5C0DC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30B6B1-0645-9645-D9CA-CABEB30BB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BEC201-C594-BFDB-B87D-058BE8313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A6AFC-5133-9C43-A21F-9135649C0053}" type="datetimeFigureOut">
              <a:rPr kumimoji="1" lang="zh-CN" altLang="en-US" smtClean="0"/>
              <a:t>2024/1/24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4F53A-128D-A5A2-2891-86C6C1A0E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E6C4D7-4E4F-90F3-795C-8EEF84408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774D4-15C5-E445-B3B1-4B1061B1BB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1911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2AC12A5F-75DA-480A-ED76-AA58544DEA25}"/>
              </a:ext>
            </a:extLst>
          </p:cNvPr>
          <p:cNvGrpSpPr/>
          <p:nvPr/>
        </p:nvGrpSpPr>
        <p:grpSpPr>
          <a:xfrm>
            <a:off x="688658" y="291413"/>
            <a:ext cx="11043745" cy="6896166"/>
            <a:chOff x="685799" y="282449"/>
            <a:chExt cx="11043745" cy="689616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A0B5B8B-ED29-6CD4-6C5E-3210AEA5F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799" y="282449"/>
              <a:ext cx="11043745" cy="6373160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2EDB375-1398-C258-8565-E92E40BD4999}"/>
                </a:ext>
              </a:extLst>
            </p:cNvPr>
            <p:cNvSpPr/>
            <p:nvPr/>
          </p:nvSpPr>
          <p:spPr>
            <a:xfrm>
              <a:off x="1536192" y="128562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88B250E-022E-E9A8-69BE-F092D2D47716}"/>
                </a:ext>
              </a:extLst>
            </p:cNvPr>
            <p:cNvSpPr/>
            <p:nvPr/>
          </p:nvSpPr>
          <p:spPr>
            <a:xfrm>
              <a:off x="2632001" y="128562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52DB5E1-6C91-A954-540F-1C60500C3C65}"/>
                </a:ext>
              </a:extLst>
            </p:cNvPr>
            <p:cNvSpPr txBox="1"/>
            <p:nvPr/>
          </p:nvSpPr>
          <p:spPr>
            <a:xfrm>
              <a:off x="1821450" y="916293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73F4029-8D07-21BF-1EB5-11AA4FF393F9}"/>
                </a:ext>
              </a:extLst>
            </p:cNvPr>
            <p:cNvSpPr txBox="1"/>
            <p:nvPr/>
          </p:nvSpPr>
          <p:spPr>
            <a:xfrm>
              <a:off x="2917259" y="916293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2793F01-2EA9-EAEC-3129-2236DF182B3D}"/>
                </a:ext>
              </a:extLst>
            </p:cNvPr>
            <p:cNvSpPr/>
            <p:nvPr/>
          </p:nvSpPr>
          <p:spPr>
            <a:xfrm>
              <a:off x="3727810" y="128562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5CC1706-89B1-83D2-E0A0-D5B7739B9F6A}"/>
                </a:ext>
              </a:extLst>
            </p:cNvPr>
            <p:cNvSpPr/>
            <p:nvPr/>
          </p:nvSpPr>
          <p:spPr>
            <a:xfrm>
              <a:off x="4823619" y="128562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D027271-F34B-2DAC-8B88-1E5EE72067CB}"/>
                </a:ext>
              </a:extLst>
            </p:cNvPr>
            <p:cNvSpPr txBox="1"/>
            <p:nvPr/>
          </p:nvSpPr>
          <p:spPr>
            <a:xfrm>
              <a:off x="4013068" y="916293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33C4CEA-B3A5-9B38-D2FE-5DB7D31DD6D1}"/>
                </a:ext>
              </a:extLst>
            </p:cNvPr>
            <p:cNvSpPr txBox="1"/>
            <p:nvPr/>
          </p:nvSpPr>
          <p:spPr>
            <a:xfrm>
              <a:off x="5108877" y="916293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356F9E3-5063-E782-DC62-450622D7EA17}"/>
                </a:ext>
              </a:extLst>
            </p:cNvPr>
            <p:cNvSpPr/>
            <p:nvPr/>
          </p:nvSpPr>
          <p:spPr>
            <a:xfrm>
              <a:off x="5925272" y="128562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A722FBC-E3ED-271B-91F6-D72C704F6163}"/>
                </a:ext>
              </a:extLst>
            </p:cNvPr>
            <p:cNvSpPr/>
            <p:nvPr/>
          </p:nvSpPr>
          <p:spPr>
            <a:xfrm>
              <a:off x="7021081" y="128562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13A4A1E-6A48-B53E-1D97-EB6B9B4D36A7}"/>
                </a:ext>
              </a:extLst>
            </p:cNvPr>
            <p:cNvSpPr txBox="1"/>
            <p:nvPr/>
          </p:nvSpPr>
          <p:spPr>
            <a:xfrm>
              <a:off x="6210530" y="916293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7D8F37D-F6E3-54CF-E427-F6F78B493A95}"/>
                </a:ext>
              </a:extLst>
            </p:cNvPr>
            <p:cNvSpPr txBox="1"/>
            <p:nvPr/>
          </p:nvSpPr>
          <p:spPr>
            <a:xfrm>
              <a:off x="7306339" y="916293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0E58A7B-BC02-AEFC-2CAB-1166CD18172E}"/>
                </a:ext>
              </a:extLst>
            </p:cNvPr>
            <p:cNvSpPr/>
            <p:nvPr/>
          </p:nvSpPr>
          <p:spPr>
            <a:xfrm>
              <a:off x="8116890" y="128562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532BD6E-D826-61FB-DB28-2F5FE33E5F66}"/>
                </a:ext>
              </a:extLst>
            </p:cNvPr>
            <p:cNvSpPr/>
            <p:nvPr/>
          </p:nvSpPr>
          <p:spPr>
            <a:xfrm>
              <a:off x="9212699" y="128562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0443BBE-1818-74F1-B567-CAB0409DDD0D}"/>
                </a:ext>
              </a:extLst>
            </p:cNvPr>
            <p:cNvSpPr txBox="1"/>
            <p:nvPr/>
          </p:nvSpPr>
          <p:spPr>
            <a:xfrm>
              <a:off x="8402148" y="916293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A799779-3C89-BE8D-2F3C-D4FAE7ECD9FA}"/>
                </a:ext>
              </a:extLst>
            </p:cNvPr>
            <p:cNvSpPr txBox="1"/>
            <p:nvPr/>
          </p:nvSpPr>
          <p:spPr>
            <a:xfrm>
              <a:off x="9497957" y="916293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14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CE6BF77-3C30-9B43-063B-5ABB9B097C81}"/>
                </a:ext>
              </a:extLst>
            </p:cNvPr>
            <p:cNvSpPr/>
            <p:nvPr/>
          </p:nvSpPr>
          <p:spPr>
            <a:xfrm>
              <a:off x="10307604" y="128562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3BF6C27-D445-8DD7-8964-5585A48BE930}"/>
                </a:ext>
              </a:extLst>
            </p:cNvPr>
            <p:cNvSpPr txBox="1"/>
            <p:nvPr/>
          </p:nvSpPr>
          <p:spPr>
            <a:xfrm>
              <a:off x="10592862" y="916293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26963F3-20E0-7953-0408-0B4EAAA95192}"/>
                </a:ext>
              </a:extLst>
            </p:cNvPr>
            <p:cNvSpPr/>
            <p:nvPr/>
          </p:nvSpPr>
          <p:spPr>
            <a:xfrm>
              <a:off x="1536192" y="2126453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24BFDB0-4E0E-0D8B-61D2-2898BB3DEEA3}"/>
                </a:ext>
              </a:extLst>
            </p:cNvPr>
            <p:cNvSpPr/>
            <p:nvPr/>
          </p:nvSpPr>
          <p:spPr>
            <a:xfrm>
              <a:off x="2632001" y="2126453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0A5E09D7-48EE-0A18-F247-FC6B19F3C1C7}"/>
                </a:ext>
              </a:extLst>
            </p:cNvPr>
            <p:cNvSpPr/>
            <p:nvPr/>
          </p:nvSpPr>
          <p:spPr>
            <a:xfrm>
              <a:off x="3727810" y="2126453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E302747-6F31-750F-3B7F-FE5CA1E937D9}"/>
                </a:ext>
              </a:extLst>
            </p:cNvPr>
            <p:cNvSpPr/>
            <p:nvPr/>
          </p:nvSpPr>
          <p:spPr>
            <a:xfrm>
              <a:off x="4823619" y="2126453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ABBB2D9-A4F9-A8A4-8C52-BC7F2A7D4262}"/>
                </a:ext>
              </a:extLst>
            </p:cNvPr>
            <p:cNvSpPr/>
            <p:nvPr/>
          </p:nvSpPr>
          <p:spPr>
            <a:xfrm>
              <a:off x="5925272" y="2126453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3511ACE-4B32-0FD4-2562-9961D84DEC28}"/>
                </a:ext>
              </a:extLst>
            </p:cNvPr>
            <p:cNvSpPr/>
            <p:nvPr/>
          </p:nvSpPr>
          <p:spPr>
            <a:xfrm>
              <a:off x="7021081" y="2126453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45F3110-1B8F-3EAE-224D-896ACB22A0D2}"/>
                </a:ext>
              </a:extLst>
            </p:cNvPr>
            <p:cNvSpPr/>
            <p:nvPr/>
          </p:nvSpPr>
          <p:spPr>
            <a:xfrm>
              <a:off x="8116890" y="2126453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9EA236A2-FECF-2BA5-AB33-C20EB297FC44}"/>
                </a:ext>
              </a:extLst>
            </p:cNvPr>
            <p:cNvSpPr/>
            <p:nvPr/>
          </p:nvSpPr>
          <p:spPr>
            <a:xfrm>
              <a:off x="9212699" y="2126453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8D6A8F2-8C45-2B48-E492-D9BD9F2429DB}"/>
                </a:ext>
              </a:extLst>
            </p:cNvPr>
            <p:cNvSpPr/>
            <p:nvPr/>
          </p:nvSpPr>
          <p:spPr>
            <a:xfrm>
              <a:off x="10307604" y="2126453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FB48DE2-6639-AF62-F4B1-AD67EF32AF69}"/>
                </a:ext>
              </a:extLst>
            </p:cNvPr>
            <p:cNvSpPr/>
            <p:nvPr/>
          </p:nvSpPr>
          <p:spPr>
            <a:xfrm>
              <a:off x="1536192" y="2967281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0A9DFE7-C14C-4E3A-BA47-73B09F01E67C}"/>
                </a:ext>
              </a:extLst>
            </p:cNvPr>
            <p:cNvSpPr/>
            <p:nvPr/>
          </p:nvSpPr>
          <p:spPr>
            <a:xfrm>
              <a:off x="2632001" y="2967281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8FB662B-79F0-8DA0-0E19-58BC1FD9FE2C}"/>
                </a:ext>
              </a:extLst>
            </p:cNvPr>
            <p:cNvSpPr/>
            <p:nvPr/>
          </p:nvSpPr>
          <p:spPr>
            <a:xfrm>
              <a:off x="3727810" y="2967281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16334A6-2C6B-FC40-D26C-C7A27A0DED28}"/>
                </a:ext>
              </a:extLst>
            </p:cNvPr>
            <p:cNvSpPr/>
            <p:nvPr/>
          </p:nvSpPr>
          <p:spPr>
            <a:xfrm>
              <a:off x="4823619" y="2967281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133F2D58-7523-23F0-EB8E-B679A2EB9D77}"/>
                </a:ext>
              </a:extLst>
            </p:cNvPr>
            <p:cNvSpPr/>
            <p:nvPr/>
          </p:nvSpPr>
          <p:spPr>
            <a:xfrm>
              <a:off x="5925272" y="2967281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FC9DD06-38F4-E8C3-C30F-8675FA82DB5D}"/>
                </a:ext>
              </a:extLst>
            </p:cNvPr>
            <p:cNvSpPr/>
            <p:nvPr/>
          </p:nvSpPr>
          <p:spPr>
            <a:xfrm>
              <a:off x="7021081" y="2967281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125DEFD-7A3E-CA61-889C-E9D5F3A87776}"/>
                </a:ext>
              </a:extLst>
            </p:cNvPr>
            <p:cNvSpPr/>
            <p:nvPr/>
          </p:nvSpPr>
          <p:spPr>
            <a:xfrm>
              <a:off x="8116890" y="2967281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D1F9E30-DAE3-39A8-A3DA-27609A00992D}"/>
                </a:ext>
              </a:extLst>
            </p:cNvPr>
            <p:cNvSpPr/>
            <p:nvPr/>
          </p:nvSpPr>
          <p:spPr>
            <a:xfrm>
              <a:off x="9212699" y="2967281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1A3FC9E-0F83-5AAC-1B37-16B443E1D7CB}"/>
                </a:ext>
              </a:extLst>
            </p:cNvPr>
            <p:cNvSpPr/>
            <p:nvPr/>
          </p:nvSpPr>
          <p:spPr>
            <a:xfrm>
              <a:off x="10307604" y="2967281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10685C8-FBD9-B68A-9C34-4D4827A0CA2B}"/>
                </a:ext>
              </a:extLst>
            </p:cNvPr>
            <p:cNvSpPr txBox="1"/>
            <p:nvPr/>
          </p:nvSpPr>
          <p:spPr>
            <a:xfrm>
              <a:off x="1005054" y="1521373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DF502D1-71F2-7DA0-8824-86957082B407}"/>
                </a:ext>
              </a:extLst>
            </p:cNvPr>
            <p:cNvSpPr txBox="1"/>
            <p:nvPr/>
          </p:nvSpPr>
          <p:spPr>
            <a:xfrm>
              <a:off x="1005054" y="2362201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AB698144-3AC6-84FC-5A8E-CB53B971BD87}"/>
                </a:ext>
              </a:extLst>
            </p:cNvPr>
            <p:cNvSpPr txBox="1"/>
            <p:nvPr/>
          </p:nvSpPr>
          <p:spPr>
            <a:xfrm>
              <a:off x="1005054" y="3206626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966ACF2-CCB2-CF25-B1C9-802C68DA8C66}"/>
                </a:ext>
              </a:extLst>
            </p:cNvPr>
            <p:cNvSpPr/>
            <p:nvPr/>
          </p:nvSpPr>
          <p:spPr>
            <a:xfrm>
              <a:off x="1536192" y="3808109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83127D8-D45E-80B7-7219-C4ED7D5C5849}"/>
                </a:ext>
              </a:extLst>
            </p:cNvPr>
            <p:cNvSpPr/>
            <p:nvPr/>
          </p:nvSpPr>
          <p:spPr>
            <a:xfrm>
              <a:off x="2632001" y="3808109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319390C-8D45-0C00-E0E9-953D69B5531B}"/>
                </a:ext>
              </a:extLst>
            </p:cNvPr>
            <p:cNvSpPr/>
            <p:nvPr/>
          </p:nvSpPr>
          <p:spPr>
            <a:xfrm>
              <a:off x="3727810" y="3808109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7031E7D-AB89-A12C-875E-0FC440FA6574}"/>
                </a:ext>
              </a:extLst>
            </p:cNvPr>
            <p:cNvSpPr/>
            <p:nvPr/>
          </p:nvSpPr>
          <p:spPr>
            <a:xfrm>
              <a:off x="4823619" y="3808109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3A017EA0-65AF-2857-ED8A-B4C76C1CFC3C}"/>
                </a:ext>
              </a:extLst>
            </p:cNvPr>
            <p:cNvSpPr/>
            <p:nvPr/>
          </p:nvSpPr>
          <p:spPr>
            <a:xfrm>
              <a:off x="5925272" y="3808109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F7BF7F79-F7F8-2648-A539-10C4A0228DF4}"/>
                </a:ext>
              </a:extLst>
            </p:cNvPr>
            <p:cNvSpPr/>
            <p:nvPr/>
          </p:nvSpPr>
          <p:spPr>
            <a:xfrm>
              <a:off x="7021081" y="3808109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5ACF08F-7B57-82C1-8F12-A722789F03CB}"/>
                </a:ext>
              </a:extLst>
            </p:cNvPr>
            <p:cNvSpPr/>
            <p:nvPr/>
          </p:nvSpPr>
          <p:spPr>
            <a:xfrm>
              <a:off x="8116890" y="3808109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65127FAB-FC92-6326-EE51-09CA4455A51D}"/>
                </a:ext>
              </a:extLst>
            </p:cNvPr>
            <p:cNvSpPr/>
            <p:nvPr/>
          </p:nvSpPr>
          <p:spPr>
            <a:xfrm>
              <a:off x="9212699" y="3808109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A1D0C559-62A7-69F6-AB8D-8020869297B8}"/>
                </a:ext>
              </a:extLst>
            </p:cNvPr>
            <p:cNvSpPr/>
            <p:nvPr/>
          </p:nvSpPr>
          <p:spPr>
            <a:xfrm>
              <a:off x="10307604" y="3808109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3922C90-500E-DF45-6A1B-C6296A83C216}"/>
                </a:ext>
              </a:extLst>
            </p:cNvPr>
            <p:cNvSpPr txBox="1"/>
            <p:nvPr/>
          </p:nvSpPr>
          <p:spPr>
            <a:xfrm>
              <a:off x="1005054" y="4047454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A2F17A46-4953-1391-216C-BB5CBDEFE69B}"/>
                </a:ext>
              </a:extLst>
            </p:cNvPr>
            <p:cNvSpPr/>
            <p:nvPr/>
          </p:nvSpPr>
          <p:spPr>
            <a:xfrm>
              <a:off x="1536192" y="4649884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99146048-C925-1E7D-5AE5-605504217437}"/>
                </a:ext>
              </a:extLst>
            </p:cNvPr>
            <p:cNvSpPr/>
            <p:nvPr/>
          </p:nvSpPr>
          <p:spPr>
            <a:xfrm>
              <a:off x="2632001" y="4649884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583B1D8C-53D8-2E28-C9B3-3FEA8237917A}"/>
                </a:ext>
              </a:extLst>
            </p:cNvPr>
            <p:cNvSpPr/>
            <p:nvPr/>
          </p:nvSpPr>
          <p:spPr>
            <a:xfrm>
              <a:off x="3727810" y="4649884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CC451AF-1554-FEE6-4467-F52C634F2947}"/>
                </a:ext>
              </a:extLst>
            </p:cNvPr>
            <p:cNvSpPr/>
            <p:nvPr/>
          </p:nvSpPr>
          <p:spPr>
            <a:xfrm>
              <a:off x="4823619" y="4649884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A74EF9D2-DBC5-71FB-3432-B240B59C7950}"/>
                </a:ext>
              </a:extLst>
            </p:cNvPr>
            <p:cNvSpPr/>
            <p:nvPr/>
          </p:nvSpPr>
          <p:spPr>
            <a:xfrm>
              <a:off x="5925272" y="4649884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28E8A3D5-552D-FD14-547A-253A10526638}"/>
                </a:ext>
              </a:extLst>
            </p:cNvPr>
            <p:cNvSpPr/>
            <p:nvPr/>
          </p:nvSpPr>
          <p:spPr>
            <a:xfrm>
              <a:off x="7021081" y="4649884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C25E9ECA-1940-47E6-4D7A-B9FF29AC3D89}"/>
                </a:ext>
              </a:extLst>
            </p:cNvPr>
            <p:cNvSpPr/>
            <p:nvPr/>
          </p:nvSpPr>
          <p:spPr>
            <a:xfrm>
              <a:off x="8116890" y="4649884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C22B3FF3-A926-9C7E-FE03-E08754F2A553}"/>
                </a:ext>
              </a:extLst>
            </p:cNvPr>
            <p:cNvSpPr/>
            <p:nvPr/>
          </p:nvSpPr>
          <p:spPr>
            <a:xfrm>
              <a:off x="9212699" y="4649884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5124109E-6D0A-D0B2-69B1-97F95450778D}"/>
                </a:ext>
              </a:extLst>
            </p:cNvPr>
            <p:cNvSpPr/>
            <p:nvPr/>
          </p:nvSpPr>
          <p:spPr>
            <a:xfrm>
              <a:off x="10307604" y="4649884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F8011002-D90C-0C6E-0BB3-8F8DDE0D359C}"/>
                </a:ext>
              </a:extLst>
            </p:cNvPr>
            <p:cNvSpPr txBox="1"/>
            <p:nvPr/>
          </p:nvSpPr>
          <p:spPr>
            <a:xfrm>
              <a:off x="1005054" y="4889229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3377A997-7308-C111-0156-B63C29D9560D}"/>
                </a:ext>
              </a:extLst>
            </p:cNvPr>
            <p:cNvSpPr/>
            <p:nvPr/>
          </p:nvSpPr>
          <p:spPr>
            <a:xfrm>
              <a:off x="1536192" y="548976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FE4526B7-C4A3-1CDE-DC22-827AD962D4B5}"/>
                </a:ext>
              </a:extLst>
            </p:cNvPr>
            <p:cNvSpPr/>
            <p:nvPr/>
          </p:nvSpPr>
          <p:spPr>
            <a:xfrm>
              <a:off x="2632001" y="548976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97B6F50A-55E3-1FAA-21BA-8779DC0932A6}"/>
                </a:ext>
              </a:extLst>
            </p:cNvPr>
            <p:cNvSpPr/>
            <p:nvPr/>
          </p:nvSpPr>
          <p:spPr>
            <a:xfrm>
              <a:off x="3727810" y="548976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D0DA1CE-B8BC-E1D8-66D8-F03044C17F0B}"/>
                </a:ext>
              </a:extLst>
            </p:cNvPr>
            <p:cNvSpPr/>
            <p:nvPr/>
          </p:nvSpPr>
          <p:spPr>
            <a:xfrm>
              <a:off x="4823619" y="548976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E7D20DDC-C105-5617-ACDB-8339977ADF5D}"/>
                </a:ext>
              </a:extLst>
            </p:cNvPr>
            <p:cNvSpPr/>
            <p:nvPr/>
          </p:nvSpPr>
          <p:spPr>
            <a:xfrm>
              <a:off x="5925272" y="548976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3E84215A-FDE6-0904-86A2-297A2FB55621}"/>
                </a:ext>
              </a:extLst>
            </p:cNvPr>
            <p:cNvSpPr/>
            <p:nvPr/>
          </p:nvSpPr>
          <p:spPr>
            <a:xfrm>
              <a:off x="7021081" y="548976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3CBE272D-702B-7973-477F-4EEA25EA8685}"/>
                </a:ext>
              </a:extLst>
            </p:cNvPr>
            <p:cNvSpPr/>
            <p:nvPr/>
          </p:nvSpPr>
          <p:spPr>
            <a:xfrm>
              <a:off x="8116890" y="548976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431B4A26-76A8-B4F9-62CD-5EE0DFBFA562}"/>
                </a:ext>
              </a:extLst>
            </p:cNvPr>
            <p:cNvSpPr/>
            <p:nvPr/>
          </p:nvSpPr>
          <p:spPr>
            <a:xfrm>
              <a:off x="9212699" y="548976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C0E86D6E-AC3F-D6A3-5370-3B9A11D63771}"/>
                </a:ext>
              </a:extLst>
            </p:cNvPr>
            <p:cNvSpPr/>
            <p:nvPr/>
          </p:nvSpPr>
          <p:spPr>
            <a:xfrm>
              <a:off x="10307604" y="5489765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FAF1B46A-334D-AD95-D882-E7717F4A0B97}"/>
                </a:ext>
              </a:extLst>
            </p:cNvPr>
            <p:cNvSpPr txBox="1"/>
            <p:nvPr/>
          </p:nvSpPr>
          <p:spPr>
            <a:xfrm>
              <a:off x="1005054" y="5729110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7B833C89-B3C3-3961-1A79-3E6CDB57A8F0}"/>
                </a:ext>
              </a:extLst>
            </p:cNvPr>
            <p:cNvSpPr/>
            <p:nvPr/>
          </p:nvSpPr>
          <p:spPr>
            <a:xfrm>
              <a:off x="1536192" y="6337787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3E766621-48E6-95B9-C5D4-5B03F072A50B}"/>
                </a:ext>
              </a:extLst>
            </p:cNvPr>
            <p:cNvSpPr/>
            <p:nvPr/>
          </p:nvSpPr>
          <p:spPr>
            <a:xfrm>
              <a:off x="2632001" y="6337787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8546BCB7-4CD1-12CB-E779-35E67633CBA4}"/>
                </a:ext>
              </a:extLst>
            </p:cNvPr>
            <p:cNvSpPr/>
            <p:nvPr/>
          </p:nvSpPr>
          <p:spPr>
            <a:xfrm>
              <a:off x="3727810" y="6337787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A2ED06EC-AE93-C022-6766-7578E05C12EA}"/>
                </a:ext>
              </a:extLst>
            </p:cNvPr>
            <p:cNvSpPr/>
            <p:nvPr/>
          </p:nvSpPr>
          <p:spPr>
            <a:xfrm>
              <a:off x="4823619" y="6337787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5536D72E-2E63-80EA-B174-54F86CD38024}"/>
                </a:ext>
              </a:extLst>
            </p:cNvPr>
            <p:cNvSpPr/>
            <p:nvPr/>
          </p:nvSpPr>
          <p:spPr>
            <a:xfrm>
              <a:off x="5925272" y="6337787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E8C1F5FF-5937-691B-1308-C53B50326215}"/>
                </a:ext>
              </a:extLst>
            </p:cNvPr>
            <p:cNvSpPr/>
            <p:nvPr/>
          </p:nvSpPr>
          <p:spPr>
            <a:xfrm>
              <a:off x="7021081" y="6337787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5DF86C67-B265-BEC8-F0AB-D6415B50EE95}"/>
                </a:ext>
              </a:extLst>
            </p:cNvPr>
            <p:cNvSpPr/>
            <p:nvPr/>
          </p:nvSpPr>
          <p:spPr>
            <a:xfrm>
              <a:off x="8116890" y="6337787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DE2C63B-5131-93B6-1B58-7BBAD13983F8}"/>
                </a:ext>
              </a:extLst>
            </p:cNvPr>
            <p:cNvSpPr/>
            <p:nvPr/>
          </p:nvSpPr>
          <p:spPr>
            <a:xfrm>
              <a:off x="9212699" y="6337787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00F46952-1BBD-4C1F-1E89-AF41B3331130}"/>
                </a:ext>
              </a:extLst>
            </p:cNvPr>
            <p:cNvSpPr/>
            <p:nvPr/>
          </p:nvSpPr>
          <p:spPr>
            <a:xfrm>
              <a:off x="10307604" y="6337787"/>
              <a:ext cx="1095809" cy="8408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711E8F5-7AD7-71AB-7350-5E953A3634C0}"/>
                </a:ext>
              </a:extLst>
            </p:cNvPr>
            <p:cNvSpPr txBox="1"/>
            <p:nvPr/>
          </p:nvSpPr>
          <p:spPr>
            <a:xfrm>
              <a:off x="1005054" y="6577132"/>
              <a:ext cx="525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kumimoji="1"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02" name="六边形 101">
            <a:extLst>
              <a:ext uri="{FF2B5EF4-FFF2-40B4-BE49-F238E27FC236}">
                <a16:creationId xmlns:a16="http://schemas.microsoft.com/office/drawing/2014/main" id="{5BC70FFB-A035-8D8B-9846-A7D77234DF3D}"/>
              </a:ext>
            </a:extLst>
          </p:cNvPr>
          <p:cNvSpPr/>
          <p:nvPr/>
        </p:nvSpPr>
        <p:spPr>
          <a:xfrm>
            <a:off x="7306339" y="1472881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7</a:t>
            </a:r>
            <a:endParaRPr kumimoji="1" lang="zh-CN" altLang="en-US" sz="1200" dirty="0"/>
          </a:p>
        </p:txBody>
      </p:sp>
      <p:sp>
        <p:nvSpPr>
          <p:cNvPr id="103" name="六边形 102">
            <a:extLst>
              <a:ext uri="{FF2B5EF4-FFF2-40B4-BE49-F238E27FC236}">
                <a16:creationId xmlns:a16="http://schemas.microsoft.com/office/drawing/2014/main" id="{04156F5B-9E27-A6BC-CE56-FB06103D6E41}"/>
              </a:ext>
            </a:extLst>
          </p:cNvPr>
          <p:cNvSpPr/>
          <p:nvPr/>
        </p:nvSpPr>
        <p:spPr>
          <a:xfrm>
            <a:off x="6210531" y="1472881"/>
            <a:ext cx="525294" cy="452839"/>
          </a:xfrm>
          <a:prstGeom prst="hexag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</a:t>
            </a:r>
            <a:endParaRPr kumimoji="1" lang="zh-CN" altLang="en-US" sz="1200" dirty="0"/>
          </a:p>
        </p:txBody>
      </p:sp>
      <p:sp>
        <p:nvSpPr>
          <p:cNvPr id="104" name="六边形 103">
            <a:extLst>
              <a:ext uri="{FF2B5EF4-FFF2-40B4-BE49-F238E27FC236}">
                <a16:creationId xmlns:a16="http://schemas.microsoft.com/office/drawing/2014/main" id="{7F6E6620-3735-A9F2-9291-C0EBFB25787A}"/>
              </a:ext>
            </a:extLst>
          </p:cNvPr>
          <p:cNvSpPr/>
          <p:nvPr/>
        </p:nvSpPr>
        <p:spPr>
          <a:xfrm>
            <a:off x="3966957" y="2331255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17</a:t>
            </a:r>
            <a:endParaRPr kumimoji="1" lang="zh-CN" altLang="en-US" sz="1200" dirty="0"/>
          </a:p>
        </p:txBody>
      </p:sp>
      <p:sp>
        <p:nvSpPr>
          <p:cNvPr id="105" name="六边形 104">
            <a:extLst>
              <a:ext uri="{FF2B5EF4-FFF2-40B4-BE49-F238E27FC236}">
                <a16:creationId xmlns:a16="http://schemas.microsoft.com/office/drawing/2014/main" id="{E855CDB8-359C-BCE9-7BF9-52F3C9879821}"/>
              </a:ext>
            </a:extLst>
          </p:cNvPr>
          <p:cNvSpPr/>
          <p:nvPr/>
        </p:nvSpPr>
        <p:spPr>
          <a:xfrm>
            <a:off x="8405062" y="2313236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14</a:t>
            </a:r>
            <a:endParaRPr kumimoji="1" lang="zh-CN" altLang="en-US" sz="1200" dirty="0"/>
          </a:p>
        </p:txBody>
      </p:sp>
      <p:sp>
        <p:nvSpPr>
          <p:cNvPr id="106" name="六边形 105">
            <a:extLst>
              <a:ext uri="{FF2B5EF4-FFF2-40B4-BE49-F238E27FC236}">
                <a16:creationId xmlns:a16="http://schemas.microsoft.com/office/drawing/2014/main" id="{7AB171F0-EC8B-D62D-3BF6-B96687FA0249}"/>
              </a:ext>
            </a:extLst>
          </p:cNvPr>
          <p:cNvSpPr/>
          <p:nvPr/>
        </p:nvSpPr>
        <p:spPr>
          <a:xfrm>
            <a:off x="8949149" y="3127835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33</a:t>
            </a:r>
            <a:endParaRPr kumimoji="1" lang="zh-CN" altLang="en-US" sz="1200" dirty="0"/>
          </a:p>
        </p:txBody>
      </p:sp>
      <p:sp>
        <p:nvSpPr>
          <p:cNvPr id="107" name="六边形 106">
            <a:extLst>
              <a:ext uri="{FF2B5EF4-FFF2-40B4-BE49-F238E27FC236}">
                <a16:creationId xmlns:a16="http://schemas.microsoft.com/office/drawing/2014/main" id="{9E682E81-80FE-5988-4430-225074635538}"/>
              </a:ext>
            </a:extLst>
          </p:cNvPr>
          <p:cNvSpPr/>
          <p:nvPr/>
        </p:nvSpPr>
        <p:spPr>
          <a:xfrm>
            <a:off x="3459319" y="3171136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6</a:t>
            </a:r>
            <a:endParaRPr kumimoji="1" lang="zh-CN" altLang="en-US" sz="1200" dirty="0"/>
          </a:p>
        </p:txBody>
      </p:sp>
      <p:sp>
        <p:nvSpPr>
          <p:cNvPr id="108" name="六边形 107">
            <a:extLst>
              <a:ext uri="{FF2B5EF4-FFF2-40B4-BE49-F238E27FC236}">
                <a16:creationId xmlns:a16="http://schemas.microsoft.com/office/drawing/2014/main" id="{18F8EAAA-B454-5ED7-A5AC-C8D172229A08}"/>
              </a:ext>
            </a:extLst>
          </p:cNvPr>
          <p:cNvSpPr/>
          <p:nvPr/>
        </p:nvSpPr>
        <p:spPr>
          <a:xfrm>
            <a:off x="7306339" y="3154537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11</a:t>
            </a:r>
            <a:endParaRPr kumimoji="1" lang="zh-CN" altLang="en-US" sz="1200" dirty="0"/>
          </a:p>
        </p:txBody>
      </p:sp>
      <p:sp>
        <p:nvSpPr>
          <p:cNvPr id="111" name="六边形 110">
            <a:extLst>
              <a:ext uri="{FF2B5EF4-FFF2-40B4-BE49-F238E27FC236}">
                <a16:creationId xmlns:a16="http://schemas.microsoft.com/office/drawing/2014/main" id="{3BEA9938-C972-D983-4F18-0F2BACCA29A2}"/>
              </a:ext>
            </a:extLst>
          </p:cNvPr>
          <p:cNvSpPr/>
          <p:nvPr/>
        </p:nvSpPr>
        <p:spPr>
          <a:xfrm>
            <a:off x="5659704" y="3991769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19</a:t>
            </a:r>
            <a:endParaRPr kumimoji="1" lang="zh-CN" altLang="en-US" sz="1200" dirty="0"/>
          </a:p>
        </p:txBody>
      </p:sp>
      <p:sp>
        <p:nvSpPr>
          <p:cNvPr id="112" name="六边形 111">
            <a:extLst>
              <a:ext uri="{FF2B5EF4-FFF2-40B4-BE49-F238E27FC236}">
                <a16:creationId xmlns:a16="http://schemas.microsoft.com/office/drawing/2014/main" id="{63DC3D8A-138A-1163-B496-AAC19561B4F8}"/>
              </a:ext>
            </a:extLst>
          </p:cNvPr>
          <p:cNvSpPr/>
          <p:nvPr/>
        </p:nvSpPr>
        <p:spPr>
          <a:xfrm>
            <a:off x="3478660" y="3991296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22</a:t>
            </a:r>
            <a:endParaRPr kumimoji="1" lang="zh-CN" altLang="en-US" sz="1200" dirty="0"/>
          </a:p>
        </p:txBody>
      </p:sp>
      <p:sp>
        <p:nvSpPr>
          <p:cNvPr id="113" name="六边形 112">
            <a:extLst>
              <a:ext uri="{FF2B5EF4-FFF2-40B4-BE49-F238E27FC236}">
                <a16:creationId xmlns:a16="http://schemas.microsoft.com/office/drawing/2014/main" id="{C644E244-0DA4-3AC1-874C-9552F2DBEBFC}"/>
              </a:ext>
            </a:extLst>
          </p:cNvPr>
          <p:cNvSpPr/>
          <p:nvPr/>
        </p:nvSpPr>
        <p:spPr>
          <a:xfrm>
            <a:off x="8949148" y="4009315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12</a:t>
            </a:r>
            <a:endParaRPr kumimoji="1" lang="zh-CN" altLang="en-US" sz="1200" dirty="0"/>
          </a:p>
        </p:txBody>
      </p:sp>
      <p:sp>
        <p:nvSpPr>
          <p:cNvPr id="114" name="六边形 113">
            <a:extLst>
              <a:ext uri="{FF2B5EF4-FFF2-40B4-BE49-F238E27FC236}">
                <a16:creationId xmlns:a16="http://schemas.microsoft.com/office/drawing/2014/main" id="{CA6D927F-BF14-CB7F-DB9D-458913CD5AD1}"/>
              </a:ext>
            </a:extLst>
          </p:cNvPr>
          <p:cNvSpPr/>
          <p:nvPr/>
        </p:nvSpPr>
        <p:spPr>
          <a:xfrm>
            <a:off x="4038024" y="4815786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13</a:t>
            </a:r>
            <a:endParaRPr kumimoji="1" lang="zh-CN" altLang="en-US" sz="1200" dirty="0"/>
          </a:p>
        </p:txBody>
      </p:sp>
      <p:sp>
        <p:nvSpPr>
          <p:cNvPr id="115" name="六边形 114">
            <a:extLst>
              <a:ext uri="{FF2B5EF4-FFF2-40B4-BE49-F238E27FC236}">
                <a16:creationId xmlns:a16="http://schemas.microsoft.com/office/drawing/2014/main" id="{B042F239-AB56-557B-E0DA-DF203C4F6AED}"/>
              </a:ext>
            </a:extLst>
          </p:cNvPr>
          <p:cNvSpPr/>
          <p:nvPr/>
        </p:nvSpPr>
        <p:spPr>
          <a:xfrm>
            <a:off x="5106078" y="4815785"/>
            <a:ext cx="525294" cy="452839"/>
          </a:xfrm>
          <a:prstGeom prst="hexag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</a:t>
            </a:r>
            <a:endParaRPr kumimoji="1" lang="zh-CN" altLang="en-US" sz="1200" dirty="0"/>
          </a:p>
        </p:txBody>
      </p:sp>
      <p:sp>
        <p:nvSpPr>
          <p:cNvPr id="116" name="六边形 115">
            <a:extLst>
              <a:ext uri="{FF2B5EF4-FFF2-40B4-BE49-F238E27FC236}">
                <a16:creationId xmlns:a16="http://schemas.microsoft.com/office/drawing/2014/main" id="{F85EC022-01F0-6E2B-F291-BAC52F6C964C}"/>
              </a:ext>
            </a:extLst>
          </p:cNvPr>
          <p:cNvSpPr/>
          <p:nvPr/>
        </p:nvSpPr>
        <p:spPr>
          <a:xfrm>
            <a:off x="6224046" y="4815785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30</a:t>
            </a:r>
          </a:p>
        </p:txBody>
      </p:sp>
      <p:sp>
        <p:nvSpPr>
          <p:cNvPr id="117" name="六边形 116">
            <a:extLst>
              <a:ext uri="{FF2B5EF4-FFF2-40B4-BE49-F238E27FC236}">
                <a16:creationId xmlns:a16="http://schemas.microsoft.com/office/drawing/2014/main" id="{D71BAB36-EB9F-07B7-0CB5-8CF40FB43532}"/>
              </a:ext>
            </a:extLst>
          </p:cNvPr>
          <p:cNvSpPr/>
          <p:nvPr/>
        </p:nvSpPr>
        <p:spPr>
          <a:xfrm>
            <a:off x="7304702" y="4830843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18</a:t>
            </a:r>
            <a:endParaRPr kumimoji="1" lang="zh-CN" altLang="en-US" sz="1200" dirty="0"/>
          </a:p>
        </p:txBody>
      </p:sp>
      <p:sp>
        <p:nvSpPr>
          <p:cNvPr id="118" name="六边形 117">
            <a:extLst>
              <a:ext uri="{FF2B5EF4-FFF2-40B4-BE49-F238E27FC236}">
                <a16:creationId xmlns:a16="http://schemas.microsoft.com/office/drawing/2014/main" id="{59E1BD16-BAD7-C27D-DDCE-5D6DBB0C062D}"/>
              </a:ext>
            </a:extLst>
          </p:cNvPr>
          <p:cNvSpPr/>
          <p:nvPr/>
        </p:nvSpPr>
        <p:spPr>
          <a:xfrm>
            <a:off x="8421508" y="4836086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24</a:t>
            </a:r>
            <a:endParaRPr kumimoji="1" lang="zh-CN" altLang="en-US" sz="1200" dirty="0"/>
          </a:p>
        </p:txBody>
      </p:sp>
      <p:sp>
        <p:nvSpPr>
          <p:cNvPr id="119" name="六边形 118">
            <a:extLst>
              <a:ext uri="{FF2B5EF4-FFF2-40B4-BE49-F238E27FC236}">
                <a16:creationId xmlns:a16="http://schemas.microsoft.com/office/drawing/2014/main" id="{B8A78E15-6F1A-CF03-39F7-259710E6F4E8}"/>
              </a:ext>
            </a:extLst>
          </p:cNvPr>
          <p:cNvSpPr/>
          <p:nvPr/>
        </p:nvSpPr>
        <p:spPr>
          <a:xfrm>
            <a:off x="5055192" y="1468811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27</a:t>
            </a:r>
            <a:endParaRPr kumimoji="1" lang="zh-CN" altLang="en-US" sz="1200" dirty="0"/>
          </a:p>
        </p:txBody>
      </p:sp>
      <p:sp>
        <p:nvSpPr>
          <p:cNvPr id="120" name="六边形 119">
            <a:extLst>
              <a:ext uri="{FF2B5EF4-FFF2-40B4-BE49-F238E27FC236}">
                <a16:creationId xmlns:a16="http://schemas.microsoft.com/office/drawing/2014/main" id="{FD76C832-B9CC-CF72-82C2-F4A3FE6A4C9B}"/>
              </a:ext>
            </a:extLst>
          </p:cNvPr>
          <p:cNvSpPr/>
          <p:nvPr/>
        </p:nvSpPr>
        <p:spPr>
          <a:xfrm>
            <a:off x="5076459" y="2344110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4</a:t>
            </a:r>
            <a:endParaRPr kumimoji="1" lang="zh-CN" altLang="en-US" sz="1200" dirty="0"/>
          </a:p>
        </p:txBody>
      </p:sp>
      <p:sp>
        <p:nvSpPr>
          <p:cNvPr id="121" name="六边形 120">
            <a:extLst>
              <a:ext uri="{FF2B5EF4-FFF2-40B4-BE49-F238E27FC236}">
                <a16:creationId xmlns:a16="http://schemas.microsoft.com/office/drawing/2014/main" id="{224D9B72-BDE5-FA72-38A6-889D2540883E}"/>
              </a:ext>
            </a:extLst>
          </p:cNvPr>
          <p:cNvSpPr/>
          <p:nvPr/>
        </p:nvSpPr>
        <p:spPr>
          <a:xfrm>
            <a:off x="4017294" y="5654567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26</a:t>
            </a:r>
            <a:endParaRPr kumimoji="1" lang="zh-CN" altLang="en-US" sz="1200" dirty="0"/>
          </a:p>
        </p:txBody>
      </p:sp>
      <p:sp>
        <p:nvSpPr>
          <p:cNvPr id="122" name="六边形 121">
            <a:extLst>
              <a:ext uri="{FF2B5EF4-FFF2-40B4-BE49-F238E27FC236}">
                <a16:creationId xmlns:a16="http://schemas.microsoft.com/office/drawing/2014/main" id="{0B5AE8AE-7D1F-56AD-E4E8-33EB289F941A}"/>
              </a:ext>
            </a:extLst>
          </p:cNvPr>
          <p:cNvSpPr/>
          <p:nvPr/>
        </p:nvSpPr>
        <p:spPr>
          <a:xfrm>
            <a:off x="8421508" y="5725759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5</a:t>
            </a:r>
            <a:endParaRPr kumimoji="1" lang="zh-CN" altLang="en-US" sz="1200" dirty="0"/>
          </a:p>
        </p:txBody>
      </p:sp>
      <p:sp>
        <p:nvSpPr>
          <p:cNvPr id="123" name="六边形 122">
            <a:extLst>
              <a:ext uri="{FF2B5EF4-FFF2-40B4-BE49-F238E27FC236}">
                <a16:creationId xmlns:a16="http://schemas.microsoft.com/office/drawing/2014/main" id="{2C9F4985-B422-DD40-119C-4BEAB8B9608A}"/>
              </a:ext>
            </a:extLst>
          </p:cNvPr>
          <p:cNvSpPr/>
          <p:nvPr/>
        </p:nvSpPr>
        <p:spPr>
          <a:xfrm>
            <a:off x="8421508" y="6534275"/>
            <a:ext cx="525294" cy="452839"/>
          </a:xfrm>
          <a:prstGeom prst="hexag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3</a:t>
            </a:r>
            <a:endParaRPr kumimoji="1" lang="zh-CN" altLang="en-US" sz="1200" dirty="0"/>
          </a:p>
        </p:txBody>
      </p:sp>
      <p:sp>
        <p:nvSpPr>
          <p:cNvPr id="124" name="六边形 123">
            <a:extLst>
              <a:ext uri="{FF2B5EF4-FFF2-40B4-BE49-F238E27FC236}">
                <a16:creationId xmlns:a16="http://schemas.microsoft.com/office/drawing/2014/main" id="{2A96D6C8-3BA1-A2D4-C5B7-4B053FE0B799}"/>
              </a:ext>
            </a:extLst>
          </p:cNvPr>
          <p:cNvSpPr/>
          <p:nvPr/>
        </p:nvSpPr>
        <p:spPr>
          <a:xfrm>
            <a:off x="4012518" y="6515599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20</a:t>
            </a:r>
            <a:endParaRPr kumimoji="1" lang="zh-CN" altLang="en-US" sz="1200" dirty="0"/>
          </a:p>
        </p:txBody>
      </p:sp>
      <p:sp>
        <p:nvSpPr>
          <p:cNvPr id="125" name="六边形 124">
            <a:extLst>
              <a:ext uri="{FF2B5EF4-FFF2-40B4-BE49-F238E27FC236}">
                <a16:creationId xmlns:a16="http://schemas.microsoft.com/office/drawing/2014/main" id="{BA4DC17D-5E65-C886-EE7E-78E74C91EE9A}"/>
              </a:ext>
            </a:extLst>
          </p:cNvPr>
          <p:cNvSpPr/>
          <p:nvPr/>
        </p:nvSpPr>
        <p:spPr>
          <a:xfrm>
            <a:off x="4492251" y="8011378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31</a:t>
            </a:r>
            <a:endParaRPr kumimoji="1" lang="zh-CN" altLang="en-US" sz="1200" dirty="0"/>
          </a:p>
        </p:txBody>
      </p:sp>
      <p:sp>
        <p:nvSpPr>
          <p:cNvPr id="126" name="六边形 125">
            <a:extLst>
              <a:ext uri="{FF2B5EF4-FFF2-40B4-BE49-F238E27FC236}">
                <a16:creationId xmlns:a16="http://schemas.microsoft.com/office/drawing/2014/main" id="{0D22779D-C1BF-4491-7AC5-BB2A0C1A26A9}"/>
              </a:ext>
            </a:extLst>
          </p:cNvPr>
          <p:cNvSpPr/>
          <p:nvPr/>
        </p:nvSpPr>
        <p:spPr>
          <a:xfrm>
            <a:off x="8405006" y="7352205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28</a:t>
            </a:r>
            <a:endParaRPr kumimoji="1" lang="zh-CN" altLang="en-US" sz="1200" dirty="0"/>
          </a:p>
        </p:txBody>
      </p:sp>
      <p:sp>
        <p:nvSpPr>
          <p:cNvPr id="128" name="六边形 127">
            <a:extLst>
              <a:ext uri="{FF2B5EF4-FFF2-40B4-BE49-F238E27FC236}">
                <a16:creationId xmlns:a16="http://schemas.microsoft.com/office/drawing/2014/main" id="{0043BD3B-D6E3-C4A5-8AAD-13CD1AECE6EA}"/>
              </a:ext>
            </a:extLst>
          </p:cNvPr>
          <p:cNvSpPr/>
          <p:nvPr/>
        </p:nvSpPr>
        <p:spPr>
          <a:xfrm>
            <a:off x="5621798" y="8011377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23</a:t>
            </a:r>
            <a:endParaRPr kumimoji="1" lang="zh-CN" altLang="en-US" sz="1200" dirty="0"/>
          </a:p>
        </p:txBody>
      </p:sp>
      <p:sp>
        <p:nvSpPr>
          <p:cNvPr id="130" name="六边形 129">
            <a:extLst>
              <a:ext uri="{FF2B5EF4-FFF2-40B4-BE49-F238E27FC236}">
                <a16:creationId xmlns:a16="http://schemas.microsoft.com/office/drawing/2014/main" id="{4DD748C3-792B-DC5E-74B8-58664A1EC267}"/>
              </a:ext>
            </a:extLst>
          </p:cNvPr>
          <p:cNvSpPr/>
          <p:nvPr/>
        </p:nvSpPr>
        <p:spPr>
          <a:xfrm>
            <a:off x="6735825" y="8011377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16</a:t>
            </a:r>
            <a:endParaRPr kumimoji="1" lang="zh-CN" altLang="en-US" sz="1200" dirty="0"/>
          </a:p>
        </p:txBody>
      </p:sp>
      <p:sp>
        <p:nvSpPr>
          <p:cNvPr id="131" name="六边形 130">
            <a:extLst>
              <a:ext uri="{FF2B5EF4-FFF2-40B4-BE49-F238E27FC236}">
                <a16:creationId xmlns:a16="http://schemas.microsoft.com/office/drawing/2014/main" id="{3B3F74C2-72DA-9745-16CF-07C0F1445867}"/>
              </a:ext>
            </a:extLst>
          </p:cNvPr>
          <p:cNvSpPr/>
          <p:nvPr/>
        </p:nvSpPr>
        <p:spPr>
          <a:xfrm>
            <a:off x="5637030" y="5684922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8</a:t>
            </a:r>
            <a:endParaRPr kumimoji="1" lang="zh-CN" altLang="en-US" sz="1200" dirty="0"/>
          </a:p>
        </p:txBody>
      </p:sp>
      <p:sp>
        <p:nvSpPr>
          <p:cNvPr id="132" name="六边形 131">
            <a:extLst>
              <a:ext uri="{FF2B5EF4-FFF2-40B4-BE49-F238E27FC236}">
                <a16:creationId xmlns:a16="http://schemas.microsoft.com/office/drawing/2014/main" id="{DAA8211B-6AC4-8F1B-CD01-22CB3AB2A4AB}"/>
              </a:ext>
            </a:extLst>
          </p:cNvPr>
          <p:cNvSpPr/>
          <p:nvPr/>
        </p:nvSpPr>
        <p:spPr>
          <a:xfrm>
            <a:off x="5633621" y="6501905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9</a:t>
            </a:r>
            <a:endParaRPr kumimoji="1" lang="zh-CN" altLang="en-US" sz="1200" dirty="0"/>
          </a:p>
        </p:txBody>
      </p:sp>
      <p:sp>
        <p:nvSpPr>
          <p:cNvPr id="133" name="六边形 132">
            <a:extLst>
              <a:ext uri="{FF2B5EF4-FFF2-40B4-BE49-F238E27FC236}">
                <a16:creationId xmlns:a16="http://schemas.microsoft.com/office/drawing/2014/main" id="{36FC29A5-0469-D8D5-121A-16782B0EC799}"/>
              </a:ext>
            </a:extLst>
          </p:cNvPr>
          <p:cNvSpPr/>
          <p:nvPr/>
        </p:nvSpPr>
        <p:spPr>
          <a:xfrm>
            <a:off x="6761293" y="7373060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10</a:t>
            </a:r>
            <a:endParaRPr kumimoji="1" lang="zh-CN" altLang="en-US" sz="1200" dirty="0"/>
          </a:p>
        </p:txBody>
      </p:sp>
      <p:sp>
        <p:nvSpPr>
          <p:cNvPr id="134" name="六边形 133">
            <a:extLst>
              <a:ext uri="{FF2B5EF4-FFF2-40B4-BE49-F238E27FC236}">
                <a16:creationId xmlns:a16="http://schemas.microsoft.com/office/drawing/2014/main" id="{E0DE9585-E4FC-AFA9-5B0E-1ADB3BB2F1F7}"/>
              </a:ext>
            </a:extLst>
          </p:cNvPr>
          <p:cNvSpPr/>
          <p:nvPr/>
        </p:nvSpPr>
        <p:spPr>
          <a:xfrm>
            <a:off x="5633621" y="7376668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25</a:t>
            </a:r>
            <a:endParaRPr kumimoji="1" lang="zh-CN" altLang="en-US" sz="1200" dirty="0"/>
          </a:p>
        </p:txBody>
      </p:sp>
      <p:sp>
        <p:nvSpPr>
          <p:cNvPr id="135" name="六边形 134">
            <a:extLst>
              <a:ext uri="{FF2B5EF4-FFF2-40B4-BE49-F238E27FC236}">
                <a16:creationId xmlns:a16="http://schemas.microsoft.com/office/drawing/2014/main" id="{A7FA67F4-A3C4-7500-74F7-632D5E0E834B}"/>
              </a:ext>
            </a:extLst>
          </p:cNvPr>
          <p:cNvSpPr/>
          <p:nvPr/>
        </p:nvSpPr>
        <p:spPr>
          <a:xfrm>
            <a:off x="6777672" y="5680563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21</a:t>
            </a:r>
            <a:endParaRPr kumimoji="1" lang="zh-CN" altLang="en-US" sz="1200" dirty="0"/>
          </a:p>
        </p:txBody>
      </p:sp>
      <p:sp>
        <p:nvSpPr>
          <p:cNvPr id="136" name="六边形 135">
            <a:extLst>
              <a:ext uri="{FF2B5EF4-FFF2-40B4-BE49-F238E27FC236}">
                <a16:creationId xmlns:a16="http://schemas.microsoft.com/office/drawing/2014/main" id="{BF6DD5B6-F4FA-D6B6-9CA2-2DC944F6B28B}"/>
              </a:ext>
            </a:extLst>
          </p:cNvPr>
          <p:cNvSpPr/>
          <p:nvPr/>
        </p:nvSpPr>
        <p:spPr>
          <a:xfrm>
            <a:off x="6763831" y="6525038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32</a:t>
            </a:r>
            <a:endParaRPr kumimoji="1" lang="zh-CN" altLang="en-US" sz="1200" dirty="0"/>
          </a:p>
        </p:txBody>
      </p:sp>
      <p:sp>
        <p:nvSpPr>
          <p:cNvPr id="137" name="六边形 136">
            <a:extLst>
              <a:ext uri="{FF2B5EF4-FFF2-40B4-BE49-F238E27FC236}">
                <a16:creationId xmlns:a16="http://schemas.microsoft.com/office/drawing/2014/main" id="{4326D5DE-BCE8-95FF-B96C-88708E0E2517}"/>
              </a:ext>
            </a:extLst>
          </p:cNvPr>
          <p:cNvSpPr/>
          <p:nvPr/>
        </p:nvSpPr>
        <p:spPr>
          <a:xfrm>
            <a:off x="4003263" y="7352205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29</a:t>
            </a:r>
            <a:endParaRPr kumimoji="1" lang="zh-CN" altLang="en-US" sz="1200" dirty="0"/>
          </a:p>
        </p:txBody>
      </p:sp>
      <p:sp>
        <p:nvSpPr>
          <p:cNvPr id="138" name="六边形 137">
            <a:extLst>
              <a:ext uri="{FF2B5EF4-FFF2-40B4-BE49-F238E27FC236}">
                <a16:creationId xmlns:a16="http://schemas.microsoft.com/office/drawing/2014/main" id="{76589203-5024-9F4A-07AE-C361A81777DA}"/>
              </a:ext>
            </a:extLst>
          </p:cNvPr>
          <p:cNvSpPr/>
          <p:nvPr/>
        </p:nvSpPr>
        <p:spPr>
          <a:xfrm>
            <a:off x="7829996" y="8011377"/>
            <a:ext cx="525294" cy="452839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15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7107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49</Words>
  <Application>Microsoft Macintosh PowerPoint</Application>
  <PresentationFormat>宽屏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Magolor Chen</dc:creator>
  <cp:lastModifiedBy>Magolor Chen</cp:lastModifiedBy>
  <cp:revision>5</cp:revision>
  <dcterms:created xsi:type="dcterms:W3CDTF">2024-01-24T07:40:51Z</dcterms:created>
  <dcterms:modified xsi:type="dcterms:W3CDTF">2024-01-24T08:26:14Z</dcterms:modified>
</cp:coreProperties>
</file>